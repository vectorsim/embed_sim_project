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256032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13258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EmbedSim Architecture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212140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Cython  ·  C Code Generation  ·  FMU / Modelica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2606040"/>
            <a:ext cx="8321040" cy="27432"/>
          </a:xfrm>
          <a:prstGeom prst="rect">
            <a:avLst/>
          </a:prstGeom>
          <a:solidFill>
            <a:srgbClr val="334E6A"/>
          </a:solidFill>
          <a:ln w="12700">
            <a:solidFill>
              <a:srgbClr val="334E6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788920"/>
            <a:ext cx="1938528" cy="2057400"/>
          </a:xfrm>
          <a:prstGeom prst="rect">
            <a:avLst/>
          </a:prstGeom>
          <a:solidFill>
            <a:srgbClr val="0E7490">
              <a:alpha val="82000"/>
            </a:srgbClr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283464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32461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Simulation Engine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621024"/>
            <a:ext cx="16642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657600"/>
            <a:ext cx="1847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DFS block graph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topological sort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ODE integration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14600" y="2788920"/>
            <a:ext cx="1938528" cy="2057400"/>
          </a:xfrm>
          <a:prstGeom prst="rect">
            <a:avLst/>
          </a:prstGeom>
          <a:solidFill>
            <a:srgbClr val="E87722">
              <a:alpha val="82000"/>
            </a:srgbClr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514600" y="283464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514600" y="32461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 Generation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651760" y="3621024"/>
            <a:ext cx="16642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560320" y="3657600"/>
            <a:ext cx="1847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StepGenerator emits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MISRA C:2012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EmbedSim_step.c/h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17720" y="2788920"/>
            <a:ext cx="1938528" cy="2057400"/>
          </a:xfrm>
          <a:prstGeom prst="rect">
            <a:avLst/>
          </a:prstGeom>
          <a:solidFill>
            <a:srgbClr val="059669">
              <a:alpha val="82000"/>
            </a:srgbClr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617720" y="283464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17720" y="32461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FMU / Modelica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3621024"/>
            <a:ext cx="16642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3657600"/>
            <a:ext cx="1847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Physics plant models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OpenModelica + FMPy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co-simulation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720840" y="2788920"/>
            <a:ext cx="1938528" cy="2057400"/>
          </a:xfrm>
          <a:prstGeom prst="rect">
            <a:avLst/>
          </a:prstGeom>
          <a:solidFill>
            <a:srgbClr val="8B5CF6">
              <a:alpha val="82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20840" y="283464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④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720840" y="3246120"/>
            <a:ext cx="1938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Cython Bridge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0" y="3621024"/>
            <a:ext cx="1664208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66560" y="3657600"/>
            <a:ext cx="1847088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float[::1] zero-copy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PYXInspector metadata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build pipeline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MISRA C:2012  ·  ISO 26262 ASIL-D  ·  AURIX TC3xx  ·  ARM Cortex-M  ·  Open Source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14300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13232"/>
            <a:ext cx="109728" cy="4434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28600" y="841248"/>
            <a:ext cx="48463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841248"/>
            <a:ext cx="484632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841248"/>
            <a:ext cx="4700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Block Graph Wiring  (&gt;&gt; operator)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" y="1225296"/>
            <a:ext cx="4700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sin_src &gt;&gt; loop_sum &gt;&gt; loop_gain &gt;&gt; loop_out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Connects successors/inputs lists. No computation — pure Python object graph.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8600" y="2212848"/>
            <a:ext cx="48463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8600" y="2212848"/>
            <a:ext cx="484632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752" y="2212848"/>
            <a:ext cx="4700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 Two-Pass DFS  (topological sort)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01752" y="2596896"/>
            <a:ext cx="4700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Pass 1: find_loop_breakers() — collect LoopBreaker subclasses (VectorDelay) into a set.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Pass 2: DFS post-order — back-edge on LoopBreaker cuts the loop; back-edge on normal block raises ValueError.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28600" y="3584448"/>
            <a:ext cx="484632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8600" y="3584448"/>
            <a:ext cx="48463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" y="3584448"/>
            <a:ext cx="47000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③ Runtime  _compute_all_blocks()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" y="3968496"/>
            <a:ext cx="47000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Iterates blocks_order once per step. LoopBreakers output y(k−1) before their upstream runs. Missing outputs fall back to [0.0] — warning at t=0 only.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9240" y="841248"/>
            <a:ext cx="3474720" cy="2880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49240" y="841248"/>
            <a:ext cx="347472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49240" y="8412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DFC Execution Order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22392" y="1261872"/>
            <a:ext cx="23774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22392" y="12618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696712" y="12618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motor_delay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78040" y="126187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LoopBreaker  z⁻¹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422392" y="1563624"/>
            <a:ext cx="237744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22392" y="156362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96712" y="156362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ctrl_packer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178040" y="1563624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Pack 8-signal bus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422392" y="1865376"/>
            <a:ext cx="237744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22392" y="18653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696712" y="186537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cg_start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178040" y="186537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CodeGen boundary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22392" y="2167128"/>
            <a:ext cx="237744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22392" y="21671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696712" y="216712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dfc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178040" y="216712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DFC controller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422392" y="2468880"/>
            <a:ext cx="237744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22392" y="2468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696712" y="246888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svpwm_pack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178040" y="2468880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Pack v_α / v_β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422392" y="2770632"/>
            <a:ext cx="237744" cy="2377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22392" y="27706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5696712" y="27706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svpwm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7178040" y="277063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SVPWM duties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5422392" y="3072384"/>
            <a:ext cx="237744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22392" y="30723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696712" y="307238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cg_end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7178040" y="3072384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CodeGen boundary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5422392" y="3374136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22392" y="33741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5696712" y="33741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7178040" y="33741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PMSM plant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349240" y="3813048"/>
            <a:ext cx="3474720" cy="292608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349240" y="38130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722"/>
                </a:solidFill>
              </a:rPr>
              <a:t>ODE Solvers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5349240" y="4133088"/>
            <a:ext cx="914400" cy="256032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349240" y="4133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EULER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6309360" y="4133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1st-order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223760" y="41330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1× cost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5349240" y="4425696"/>
            <a:ext cx="914400" cy="256032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349240" y="44256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HEUN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6309360" y="44256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2nd-order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7223760" y="4425696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2× cost  ← default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349240" y="4718304"/>
            <a:ext cx="914400" cy="256032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349240" y="47183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RK4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6309360" y="47183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4th-order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7223760" y="47183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4× cost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/ Modelica — Physics Plant Layer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14300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13232"/>
            <a:ext cx="109728" cy="4434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1168" y="822960"/>
            <a:ext cx="160934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 Write .mo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1168" y="1152144"/>
            <a:ext cx="160934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1152144"/>
            <a:ext cx="1499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Modelica dq-frame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equations + FMI 2.0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connectors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0" y="1609344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75104" y="822960"/>
            <a:ext cx="1609344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75104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 Compile → .fmu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75104" y="1152144"/>
            <a:ext cx="160934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29968" y="1152144"/>
            <a:ext cx="1499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ZIP: modelDescription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.xml + binaries/*.so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+ resources/*.bin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02736" y="1609344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9040" y="822960"/>
            <a:ext cx="1609344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49040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 gen_fmu.py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49040" y="1152144"/>
            <a:ext cx="160934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03904" y="1152144"/>
            <a:ext cx="1499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Reads .xml, emits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VectorBlock Python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wrapper class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76672" y="1609344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22976" y="822960"/>
            <a:ext cx="160934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22976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4. FMUBlock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522976" y="1152144"/>
            <a:ext cx="160934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1152144"/>
            <a:ext cx="1499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set_real → do_step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→ get_real per tick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via FMPy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50608" y="1609344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96912" y="822960"/>
            <a:ext cx="160934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96912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5. C_CODEGEN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_EXCLUDE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296912" y="1152144"/>
            <a:ext cx="1609344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51776" y="1152144"/>
            <a:ext cx="149961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Plant never enters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StepGenerator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sim-only artifact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01168" y="2331720"/>
            <a:ext cx="4160520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01168" y="2331720"/>
            <a:ext cx="416052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1168" y="233172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modelDescription.xml  →  VectorBlock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201168" y="2761488"/>
            <a:ext cx="4160520" cy="4572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27614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causality=input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481328" y="27614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</a:rPr>
              <a:t>duty_a/b/c, v_dc, T_load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2962656" y="27614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722"/>
                </a:solidFill>
              </a:rPr>
              <a:t>FMUBlock.INPUT_VARS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01168" y="3255264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74320" y="325526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causality=output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481328" y="32552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</a:rPr>
              <a:t>rpm, ia, ib, ic, theta_m …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2962656" y="3255264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722"/>
                </a:solidFill>
              </a:rPr>
              <a:t>FMUBlock.OUTPUT_VARS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01168" y="3749040"/>
            <a:ext cx="4160520" cy="457200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causality=parameter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481328" y="37490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</a:rPr>
              <a:t>R, L_d, L_q, λ_pm, J, p …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2962656" y="374904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722"/>
                </a:solidFill>
              </a:rPr>
              <a:t>FMUBlock.DEFAULT_PARAMS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4242816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74320" y="424281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start=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481328" y="424281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E293B"/>
                </a:solidFill>
              </a:rPr>
              <a:t>0.19, 1.25e-4, 0.0014 …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962656" y="4242816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7722"/>
                </a:solidFill>
              </a:rPr>
              <a:t>DEFAULT_PARAMS values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572000" y="2331720"/>
            <a:ext cx="4279392" cy="257860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4572000" y="2331720"/>
            <a:ext cx="427939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72000" y="2331720"/>
            <a:ext cx="4279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PMSM_Python_Plant — Portable Fallback</a:t>
            </a:r>
            <a:endParaRPr lang="en-US" sz="1150" dirty="0"/>
          </a:p>
        </p:txBody>
      </p:sp>
      <p:sp>
        <p:nvSpPr>
          <p:cNvPr id="52" name="Text 49"/>
          <p:cNvSpPr/>
          <p:nvPr/>
        </p:nvSpPr>
        <p:spPr>
          <a:xfrm>
            <a:off x="4663440" y="2743200"/>
            <a:ext cx="40965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When FMU binary is unavailable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(different OS, ARM target, unit testing)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Pure-Python RK4 integration of dq-frame PMSM equations.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Same 8-element output bus: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rpm, ia, ib, ic, theta_m, T_em, id, iq ]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Key design: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All coordinate transforms delegate to coordinate_transform_blocks.py — the same Python mirrors of the canonical C functions. No inline transform math.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— StepGenerator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73152"/>
            <a:ext cx="1143000" cy="365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713232"/>
            <a:ext cx="109728" cy="4434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1168" y="822960"/>
            <a:ext cx="1609344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1168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1. DFS collect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1168" y="1152144"/>
            <a:ext cx="160934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6032" y="1152144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Backward from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cg_end → cg_start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ordered block list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0" y="1572768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75104" y="822960"/>
            <a:ext cx="1609344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75104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2. emit #includes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975104" y="1152144"/>
            <a:ext cx="160934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29968" y="1152144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C_HEADERS[i].lower()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per block,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deduplicated set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02736" y="1572768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9040" y="822960"/>
            <a:ext cx="1609344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49040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3. emit structs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49040" y="1152144"/>
            <a:ext cx="160934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03904" y="1152144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EmbedSim_Input_T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EmbedSim_Output_T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from *_NAMES attrs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376672" y="1572768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22976" y="822960"/>
            <a:ext cx="160934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22976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4. emit Init()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522976" y="1152144"/>
            <a:ext cx="160934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1152144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static state vars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C_INIT_ARGS → typed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f-suffix literals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150608" y="1572768"/>
            <a:ext cx="128016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296912" y="822960"/>
            <a:ext cx="1609344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96912" y="822960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5. emit Step()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296912" y="1152144"/>
            <a:ext cx="1609344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51776" y="1152144"/>
            <a:ext cx="14996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_emit_block()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each block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topological order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01168" y="2212848"/>
            <a:ext cx="47548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01168" y="2212848"/>
            <a:ext cx="4754880" cy="347472"/>
          </a:xfrm>
          <a:prstGeom prst="rect">
            <a:avLst/>
          </a:prstGeom>
          <a:solidFill>
            <a:srgbClr val="1A2740"/>
          </a:solidFill>
          <a:ln w="12700">
            <a:solidFill>
              <a:srgbClr val="1A274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01168" y="221284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722"/>
                </a:solidFill>
              </a:rPr>
              <a:t>_emit_block() Decision Tree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56032" y="2633472"/>
            <a:ext cx="347472" cy="384048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56032" y="263347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</a:rPr>
              <a:t>P1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40080" y="2633472"/>
            <a:ext cx="16916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4944" y="2633472"/>
            <a:ext cx="1581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C_CUSTOM_EMIT set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368296" y="2633472"/>
            <a:ext cx="2514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23160" y="2633472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Verbatim C — non-standard ABI (e.g. DFC voltage normalisation)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56032" y="3072384"/>
            <a:ext cx="347472" cy="384048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256032" y="307238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P2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40080" y="3072384"/>
            <a:ext cx="16916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94944" y="3072384"/>
            <a:ext cx="1581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IS_UNIT_DELAY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368296" y="3072384"/>
            <a:ext cx="2514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423160" y="3072384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memcpy from z⁻¹ register (VectorDelay)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56032" y="3511296"/>
            <a:ext cx="347472" cy="384048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56032" y="351129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P3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640080" y="3511296"/>
            <a:ext cx="16916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94944" y="3511296"/>
            <a:ext cx="1581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NUM_INPUTS == 0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2368296" y="3511296"/>
            <a:ext cx="2514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423160" y="3511296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Source: Step(&amp;state, dt, y)  no u[] needed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56032" y="3950208"/>
            <a:ext cx="347472" cy="384048"/>
          </a:xfrm>
          <a:prstGeom prst="rect">
            <a:avLst/>
          </a:prstGeom>
          <a:solidFill>
            <a:srgbClr val="059669">
              <a:alpha val="8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256032" y="395020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</a:rPr>
              <a:t>P4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40080" y="3950208"/>
            <a:ext cx="16916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94944" y="3950208"/>
            <a:ext cx="1581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step_func set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368296" y="3950208"/>
            <a:ext cx="2514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2423160" y="3950208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Normal: build u[], call Step(&amp;state, u, dt, y)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256032" y="4389120"/>
            <a:ext cx="347472" cy="384048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56032" y="43891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P5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40080" y="4389120"/>
            <a:ext cx="1691640" cy="384048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94944" y="4389120"/>
            <a:ext cx="1581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C_SOURCES, no step_func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2368296" y="4389120"/>
            <a:ext cx="2514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423160" y="438912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TODO comment — block is incomplete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138928" y="2212848"/>
            <a:ext cx="3712464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5138928" y="2212848"/>
            <a:ext cx="3712464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38928" y="2212848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Name Derivation  (every name is mechanical)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5138928" y="2633472"/>
            <a:ext cx="3712464" cy="402336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93792" y="2633472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State var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5925312" y="26334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block.name + "_state"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7498080" y="263347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dfc_state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5138928" y="3072384"/>
            <a:ext cx="37124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193792" y="3072384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Output buf</a:t>
            </a:r>
            <a:endParaRPr lang="en-US" sz="850" dirty="0"/>
          </a:p>
        </p:txBody>
      </p:sp>
      <p:sp>
        <p:nvSpPr>
          <p:cNvPr id="72" name="Text 69"/>
          <p:cNvSpPr/>
          <p:nvPr/>
        </p:nvSpPr>
        <p:spPr>
          <a:xfrm>
            <a:off x="5925312" y="307238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"y_" + block.name</a:t>
            </a:r>
            <a:endParaRPr lang="en-US" sz="750" dirty="0"/>
          </a:p>
        </p:txBody>
      </p:sp>
      <p:sp>
        <p:nvSpPr>
          <p:cNvPr id="73" name="Text 70"/>
          <p:cNvSpPr/>
          <p:nvPr/>
        </p:nvSpPr>
        <p:spPr>
          <a:xfrm>
            <a:off x="7498080" y="3072384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y_dfc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5138928" y="3511296"/>
            <a:ext cx="3712464" cy="402336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193792" y="3511296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Input buf</a:t>
            </a:r>
            <a:endParaRPr lang="en-US" sz="850" dirty="0"/>
          </a:p>
        </p:txBody>
      </p:sp>
      <p:sp>
        <p:nvSpPr>
          <p:cNvPr id="76" name="Text 73"/>
          <p:cNvSpPr/>
          <p:nvPr/>
        </p:nvSpPr>
        <p:spPr>
          <a:xfrm>
            <a:off x="5925312" y="35112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"u_" + block.name</a:t>
            </a:r>
            <a:endParaRPr lang="en-US" sz="750" dirty="0"/>
          </a:p>
        </p:txBody>
      </p:sp>
      <p:sp>
        <p:nvSpPr>
          <p:cNvPr id="77" name="Text 74"/>
          <p:cNvSpPr/>
          <p:nvPr/>
        </p:nvSpPr>
        <p:spPr>
          <a:xfrm>
            <a:off x="7498080" y="3511296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u_svpwm_pack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5138928" y="3950208"/>
            <a:ext cx="37124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93792" y="3950208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Init() call</a:t>
            </a:r>
            <a:endParaRPr lang="en-US" sz="850" dirty="0"/>
          </a:p>
        </p:txBody>
      </p:sp>
      <p:sp>
        <p:nvSpPr>
          <p:cNvPr id="80" name="Text 77"/>
          <p:cNvSpPr/>
          <p:nvPr/>
        </p:nvSpPr>
        <p:spPr>
          <a:xfrm>
            <a:off x="5925312" y="395020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init_func + C_INIT_ARGS values</a:t>
            </a:r>
            <a:endParaRPr lang="en-US" sz="750" dirty="0"/>
          </a:p>
        </p:txBody>
      </p:sp>
      <p:sp>
        <p:nvSpPr>
          <p:cNvPr id="81" name="Text 78"/>
          <p:cNvSpPr/>
          <p:nvPr/>
        </p:nvSpPr>
        <p:spPr>
          <a:xfrm>
            <a:off x="7498080" y="3950208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DFC_Controller_Init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(&amp;dfc_state, 0.00005000f)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5138928" y="4389120"/>
            <a:ext cx="3712464" cy="402336"/>
          </a:xfrm>
          <a:prstGeom prst="rect">
            <a:avLst/>
          </a:prstGeom>
          <a:solidFill>
            <a:srgbClr val="F0F6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193792" y="438912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#include</a:t>
            </a:r>
            <a:endParaRPr lang="en-US" sz="850" dirty="0"/>
          </a:p>
        </p:txBody>
      </p:sp>
      <p:sp>
        <p:nvSpPr>
          <p:cNvPr id="84" name="Text 81"/>
          <p:cNvSpPr/>
          <p:nvPr/>
        </p:nvSpPr>
        <p:spPr>
          <a:xfrm>
            <a:off x="5925312" y="438912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C_HEADERS[i].lower()</a:t>
            </a:r>
            <a:endParaRPr lang="en-US" sz="750" dirty="0"/>
          </a:p>
        </p:txBody>
      </p:sp>
      <p:sp>
        <p:nvSpPr>
          <p:cNvPr id="85" name="Text 82"/>
          <p:cNvSpPr/>
          <p:nvPr/>
        </p:nvSpPr>
        <p:spPr>
          <a:xfrm>
            <a:off x="7498080" y="4389120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embed_sim_dfc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_controller.h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5138928" y="4828032"/>
            <a:ext cx="371246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93792" y="4828032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DT macro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5925312" y="482803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1.0/dt_hz → .8f + 'f'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7498080" y="4828032"/>
            <a:ext cx="12984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EMBEDSIM_DT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E87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(0.00005000f)</a:t>
            </a:r>
            <a:endParaRPr lang="en-US" sz="800" dirty="0"/>
          </a:p>
        </p:txBody>
      </p:sp>
      <p:sp>
        <p:nvSpPr>
          <p:cNvPr id="90" name="Shape 87"/>
          <p:cNvSpPr/>
          <p:nvPr/>
        </p:nvSpPr>
        <p:spPr>
          <a:xfrm>
            <a:off x="201168" y="4910328"/>
            <a:ext cx="8650224" cy="21945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01168" y="4910328"/>
            <a:ext cx="86502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MISRA: Rule 7.2 — f suffix on all float literals  ·  Rule 8.7 — static linkage for file-scope state  ·  Rule 15.5 — single return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EmbedSim Architecture</dc:title>
  <dc:subject>PptxGenJS Presentation</dc:subject>
  <dc:creator>PptxGenJS</dc:creator>
  <cp:lastModifiedBy>PptxGenJS</cp:lastModifiedBy>
  <cp:revision>1</cp:revision>
  <dcterms:created xsi:type="dcterms:W3CDTF">2026-04-16T03:17:56Z</dcterms:created>
  <dcterms:modified xsi:type="dcterms:W3CDTF">2026-04-16T03:17:56Z</dcterms:modified>
</cp:coreProperties>
</file>